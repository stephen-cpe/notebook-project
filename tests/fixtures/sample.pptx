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Fixture Slide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one text about cloud computing and distributed systems.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Fixture 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two text about Kubernetes and containers.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